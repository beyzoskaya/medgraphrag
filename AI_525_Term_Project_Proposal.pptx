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74f0c003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74f0c003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74f0c003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74f0c003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74f0c003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74f0c003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74f0c003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74f0c003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74f0c003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74f0c003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74f0c003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74f0c003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74f0c003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74f0c003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74f0c003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74f0c003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74f0c003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74f0c003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4108" y="13394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Active Graph Navigation for Medical RAG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latin typeface="Times New Roman"/>
                <a:ea typeface="Times New Roman"/>
                <a:cs typeface="Times New Roman"/>
                <a:sym typeface="Times New Roman"/>
              </a:rPr>
              <a:t>From Replicating MedGraphRAG to Implementing Agentic Traversal</a:t>
            </a:r>
            <a:endParaRPr sz="146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4100" y="36354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Beyza Kaya S021747</a:t>
            </a:r>
            <a:endParaRPr sz="2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525 Large Language Models</a:t>
            </a:r>
            <a:endParaRPr sz="2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475" y="483060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creenshot 2026-01-14 at 19.52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275" y="222225"/>
            <a:ext cx="6715449" cy="171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Motivation &amp; Problem Statement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853700"/>
            <a:ext cx="85206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</a:t>
            </a:r>
            <a:endParaRPr sz="66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queries require multi-hop reasoning (e.g., “How does Drug X affect Pathway Y?”).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RAG (Retrieval-Augmented Generation) often retrieves irrelevant context (“Noise”), confusing the LLM.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Replication Goal</a:t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SOTA (MedGraphRAG): Resource-heavy (Requires Neo4j, ~50GB storage, Multi-GPU).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approach: 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Reverse-Engineer the architecture from scratch in Python (NetworkX + Llama-3).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Environment: Lightweight Google Colab implementation (4-bit Quantization).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Benefit: Full control to inspect internal steps and replace the retrieval layer.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Baseline - Step 1: Hybrid Semantic Chunking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853700"/>
            <a:ext cx="44040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</a:t>
            </a:r>
            <a:endParaRPr sz="66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RAG splits text blindly (e.g., every 512 tokens).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breaks medical context (separating symptoms from diagnoses).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Implementation</a:t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Sliding Window Algorithm</a:t>
            </a: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Holds Sentence A and looks at Sentence B.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Judge: “Are these sentences about the exact same topic?”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Contextually complete chunks.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Unknow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076" y="672463"/>
            <a:ext cx="4364801" cy="379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Baseline - Step 2 &amp; 3: Graph Construction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853700"/>
            <a:ext cx="8760900" cy="21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Structuring Unstructured Data</a:t>
            </a:r>
            <a:endParaRPr sz="66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 1 (Red): Source Documents (The raw chunks).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 2 (Blue): Entities (Extracted via LLM).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 3 (Green): Definitions.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in Replication</a:t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Knowledge Injection: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Lacked access to paid UMLS API.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Used Llama-3 to generate strict medical definitions, simulating an external Knowledge Base.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Unknown-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50" y="2905250"/>
            <a:ext cx="3398176" cy="2360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Unknown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5950" y="2905238"/>
            <a:ext cx="3398181" cy="23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Baseline - Step 4 &amp; 5: Static U-Retrieval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11700" y="853700"/>
            <a:ext cx="87609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"Control Group" Mechanism</a:t>
            </a:r>
            <a:endParaRPr sz="66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Indexing: Extracted Keywords (Tags) for every document node.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Process: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Top-Down: Match Query → → Tags → → Documents.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Bottom-Up: Retrieve the full subgraph (Document + Neighbors).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"One-Shot" Retrieval: It cannot correct itself if the initial tag match is slightly off.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Unknow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50" y="2850225"/>
            <a:ext cx="3534472" cy="18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Unknown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2347" y="2850225"/>
            <a:ext cx="3506895" cy="18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The Pivot - Why Agentic?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11700" y="853700"/>
            <a:ext cx="8760900" cy="18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"Noise" Problem: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retrieval grabs all neighbors of a document.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complex queries, this floods the context window with irrelevant entities.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Missing Link: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 should be a decision process, not just a similarity match.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Proposal: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from Static Retrieval (Soft Attention) to Active Navigation (Hard Attention).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Proposed Solution: The Medical Graph Agent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311700" y="853700"/>
            <a:ext cx="87609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 the Knowledge Graph as a navigable environment (like a maze).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Agent (Llama-3):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Start: Vector Search to find the most relevant entry Entity.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Observe: Look at immediate neighbors (Local Perception).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Think: Reason about which neighbor is most likely to answer the question.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Act: Move to that neighbor and repeat.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 title="Unknow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475" y="2869550"/>
            <a:ext cx="5067376" cy="218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Quantitative Results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853700"/>
            <a:ext cx="52755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PubMedQA (PQA-L).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Comparison: Exact Match Accuracy on 20 Fixed Random Seeds.</a:t>
            </a:r>
            <a:endParaRPr sz="5023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Results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Baseline: 35% Accuracy.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Navigator: 40% Accuracy.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Unknow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300" y="888250"/>
            <a:ext cx="2731897" cy="21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Quantitative Results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Screenshot 2026-01-14 at 19.36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5975"/>
            <a:ext cx="4375275" cy="409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title="Screenshot 2026-01-14 at 19.36.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2750" y="895975"/>
            <a:ext cx="4173493" cy="14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/>
        </p:nvSpPr>
        <p:spPr>
          <a:xfrm>
            <a:off x="0" y="194575"/>
            <a:ext cx="8143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11700" y="853700"/>
            <a:ext cx="87609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Contributions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Replication: Successfully reverse-engineered MedGraphRAG in a constrained environment.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Innovation: Designed a novel Agentic Navigator with robust error handling (V5).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Achieved measurable improvement (+5%) and superior explainability.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8341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5023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Gaps: If the graph has a missing link, the Agent cannot "jump" over it like Vector Search can.</a:t>
            </a:r>
            <a:endParaRPr sz="50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23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075" y="4643350"/>
            <a:ext cx="1385925" cy="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 title="Unknow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00" y="2850250"/>
            <a:ext cx="1961710" cy="21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 title="Unknown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9072" y="3002650"/>
            <a:ext cx="2509007" cy="1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Unknown-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8499" y="2934850"/>
            <a:ext cx="3203425" cy="16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2271563" y="3789600"/>
            <a:ext cx="397500" cy="16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5090988" y="3789600"/>
            <a:ext cx="397500" cy="16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